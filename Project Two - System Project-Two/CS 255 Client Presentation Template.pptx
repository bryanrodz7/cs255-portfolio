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104" d="100"/>
          <a:sy n="104" d="100"/>
        </p:scale>
        <p:origin x="170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lang="en-US" dirty="0" err="1"/>
              <a:t>DriverPass</a:t>
            </a:r>
            <a:r>
              <a:rPr lang="en-US" dirty="0"/>
              <a:t> system, I looked at both functional and nonfunctional requirements based on what the client actually needs. Functional requirements are basically what the system has to be able to do. For example, </a:t>
            </a:r>
            <a:r>
              <a:rPr lang="en-US" dirty="0" err="1"/>
              <a:t>DriverPass</a:t>
            </a:r>
            <a:r>
              <a:rPr lang="en-US" dirty="0"/>
              <a:t> needs to let students sign up for in-person driving lessons, and it also needs to offer online practice tests so students can study for their DMV exam. These are some of the main features the client asked for and rely on.</a:t>
            </a:r>
          </a:p>
          <a:p>
            <a:r>
              <a:rPr lang="en-US" dirty="0"/>
              <a:t>Nonfunctional requirements focus more on how the system works, not just what it does. Since students might use </a:t>
            </a:r>
            <a:r>
              <a:rPr lang="en-US" dirty="0" err="1"/>
              <a:t>DriverPass</a:t>
            </a:r>
            <a:r>
              <a:rPr lang="en-US" dirty="0"/>
              <a:t> at any time of day, the system needs to be available 24/7 so lessons and practice tests are always accessible. Security is also important because the system stores personal and learning information. To protect users, </a:t>
            </a:r>
            <a:r>
              <a:rPr lang="en-US" dirty="0" err="1"/>
              <a:t>DriverPass</a:t>
            </a:r>
            <a:r>
              <a:rPr lang="en-US" dirty="0"/>
              <a:t> needs secure logins and safe handling of data. Together, these requirements help make sure the system is easy to use, dependable, and secure for everyone.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main people who use the </a:t>
            </a:r>
            <a:r>
              <a:rPr lang="en-US" dirty="0" err="1"/>
              <a:t>DriverPass</a:t>
            </a:r>
            <a:r>
              <a:rPr lang="en-US" dirty="0"/>
              <a:t> system and what they can do. Students can schedule driving lessons, take online practice tests, and check their progress as they learn. Instructors use the system to manage their lesson availability, keep track of how students are doing, and write notes after each lesson. Administrators handle the overall system, like managing user accounts and keeping course information up to date.</a:t>
            </a:r>
          </a:p>
          <a:p>
            <a:r>
              <a:rPr lang="en-US" dirty="0"/>
              <a:t>The goal of this diagram is to make sure the system covers everything </a:t>
            </a:r>
            <a:r>
              <a:rPr lang="en-US" dirty="0" err="1"/>
              <a:t>DriverPass</a:t>
            </a:r>
            <a:r>
              <a:rPr lang="en-US" dirty="0"/>
              <a:t> needs. We focused on features that help students get ready for their driving test, like easy lesson scheduling and online practice. At the same time, the system supports instructors and administrators so everything stays organized and runs smoothly. Laying it out visually helps make sure nothing important is missing.</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diagram shows what happens when a student schedules a driving lesson in the </a:t>
            </a:r>
            <a:r>
              <a:rPr lang="en-US" dirty="0" err="1"/>
              <a:t>DriverPass</a:t>
            </a:r>
            <a:r>
              <a:rPr lang="en-US" dirty="0"/>
              <a:t> system. I picked this process because it’s one of the most important parts of the system and has a big impact on the student’s overall experience.</a:t>
            </a:r>
          </a:p>
          <a:p>
            <a:r>
              <a:rPr lang="en-US" dirty="0"/>
              <a:t>It starts when the student logs in and chooses the option to schedule a lesson. The system then shows the available dates and times based on the instructor’s schedule. The student picks the time that works best for them, and the system checks to make sure that time is still open. Once it’s confirmed, the lesson is saved to both the student’s schedule and the instructor’s schedule, and the student gets a confirmation message.</a:t>
            </a:r>
          </a:p>
          <a:p>
            <a:r>
              <a:rPr lang="en-US" dirty="0"/>
              <a:t>This setup keeps lesson scheduling simple and reliable. Students can easily see what’s available, and the system avoids double-booking by checking availability before anything is confirmed. It helps keep students, instructors, and the system all on the same page.</a:t>
            </a:r>
          </a:p>
          <a:p>
            <a:r>
              <a:rPr lang="en-US" dirty="0"/>
              <a:t>The second activity diagram focuses on taking an online practice test. In this process, the student logs in, selects a practice test, and answers the questions. After the test is submitted, the system scores it, shows the results and feedback, and saves everything to the student’s progress. This helps students see how they’re doing right away and track their improvement as they prepare for the DMV exam.</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an important part of designing the </a:t>
            </a:r>
            <a:r>
              <a:rPr lang="en-US" dirty="0" err="1"/>
              <a:t>DriverPass</a:t>
            </a:r>
            <a:r>
              <a:rPr lang="en-US" dirty="0"/>
              <a:t> system. To protect users, the system requires everyone to sign in before accessing any personal information. This helps prevent unauthorized people from getting into the system. All student and instructor information is stored carefully so that sensitive details stay private and are only visible to the right people.</a:t>
            </a:r>
          </a:p>
          <a:p>
            <a:r>
              <a:rPr lang="en-US" dirty="0"/>
              <a:t>We also considered the system’s long-term safety. Regular maintenance helps prevent issues, and having routine backups ensures that important data is not lost even if a problem occurs. These steps help </a:t>
            </a:r>
            <a:r>
              <a:rPr lang="en-US" dirty="0" err="1"/>
              <a:t>DriverPass</a:t>
            </a:r>
            <a:r>
              <a:rPr lang="en-US" dirty="0"/>
              <a:t> offer a safe and trustworthy experience for students, instructors, and administrators.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the </a:t>
            </a:r>
            <a:r>
              <a:rPr lang="en-US" dirty="0" err="1"/>
              <a:t>DriverPass</a:t>
            </a:r>
            <a:r>
              <a:rPr lang="en-US" dirty="0"/>
              <a:t> system is designed to be helpful and reliable, it does have a few limitations. First, students and instructors need a working internet connection to use the system. If the connection is slow or unavailable, some features may not work as expected.</a:t>
            </a:r>
          </a:p>
          <a:p>
            <a:r>
              <a:rPr lang="en-US" dirty="0"/>
              <a:t>Another limitation is that the system depends on instructors keeping their availability up to date. If an instructor forgets to adjust their schedule, students may see times that are no longer accurate. The same idea applies to lesson notes—those need to be entered on time so student progress stays accurate.</a:t>
            </a:r>
          </a:p>
          <a:p>
            <a:r>
              <a:rPr lang="en-US" dirty="0"/>
              <a:t>The online practice tests are designed to help students prepare, but they cannot perfectly match the difficulty or style of the official DMV test. Finally, the system cannot automatically verify every piece of information a student enters, such as their address or phone number. These limitations help set realistic expectations for how the system performs in real-world use.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Bryan D. Rodriguez Perez</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dirty="0"/>
              <a:t>System Requirements</a:t>
            </a:r>
          </a:p>
          <a:p>
            <a:pPr marL="0" indent="0">
              <a:buNone/>
            </a:pPr>
            <a:r>
              <a:rPr lang="en-US" sz="2400" b="1" dirty="0"/>
              <a:t>	Functional Requirements:</a:t>
            </a:r>
            <a:endParaRPr lang="en-US" sz="2400" dirty="0"/>
          </a:p>
          <a:p>
            <a:r>
              <a:rPr lang="en-US" sz="2400" dirty="0"/>
              <a:t>The system must allow students to register for in-person driving lessons.</a:t>
            </a:r>
          </a:p>
          <a:p>
            <a:r>
              <a:rPr lang="en-US" sz="2400" dirty="0"/>
              <a:t>The system must provide online practice tests and track student progress.</a:t>
            </a:r>
          </a:p>
          <a:p>
            <a:pPr marL="0" indent="0">
              <a:buNone/>
            </a:pPr>
            <a:r>
              <a:rPr lang="en-US" sz="2400" b="1" dirty="0"/>
              <a:t>	Nonfunctional Requirements:</a:t>
            </a:r>
            <a:endParaRPr lang="en-US" sz="2400" dirty="0"/>
          </a:p>
          <a:p>
            <a:r>
              <a:rPr lang="en-US" sz="2400" dirty="0"/>
              <a:t>The system must remain available 24/7 to support flexible student schedules.</a:t>
            </a:r>
          </a:p>
          <a:p>
            <a:r>
              <a:rPr lang="en-US" sz="2400" dirty="0"/>
              <a:t>The system must protect user data through secure authentication and encrypted storage.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descr="A diagram of a driver pass system&#10;&#10;AI-generated content may be incorrect.">
            <a:extLst>
              <a:ext uri="{FF2B5EF4-FFF2-40B4-BE49-F238E27FC236}">
                <a16:creationId xmlns:a16="http://schemas.microsoft.com/office/drawing/2014/main" id="{3925DDD6-F56E-2AA6-EAAB-72B042C35A7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800436" y="212436"/>
            <a:ext cx="6225309" cy="6040582"/>
          </a:xfr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descr="A diagram of a student selection">
            <a:extLst>
              <a:ext uri="{FF2B5EF4-FFF2-40B4-BE49-F238E27FC236}">
                <a16:creationId xmlns:a16="http://schemas.microsoft.com/office/drawing/2014/main" id="{B6244E88-81DF-00DF-B637-391F9C9835D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957454" y="83128"/>
            <a:ext cx="3306619" cy="6774872"/>
          </a:xfrm>
        </p:spPr>
      </p:pic>
      <p:pic>
        <p:nvPicPr>
          <p:cNvPr id="6" name="Picture 5" descr="A diagram of a student submits completed test&#10;&#10;AI-generated content may be incorrect.">
            <a:extLst>
              <a:ext uri="{FF2B5EF4-FFF2-40B4-BE49-F238E27FC236}">
                <a16:creationId xmlns:a16="http://schemas.microsoft.com/office/drawing/2014/main" id="{8B51F3D9-C1B8-B485-3627-CAA6350AC24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37530" y="0"/>
            <a:ext cx="1602034" cy="6774872"/>
          </a:xfrm>
          <a:prstGeom prst="rect">
            <a:avLst/>
          </a:prstGeom>
          <a:noFill/>
          <a:ln>
            <a:noFill/>
          </a:ln>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5" name="Rectangle 2">
            <a:extLst>
              <a:ext uri="{FF2B5EF4-FFF2-40B4-BE49-F238E27FC236}">
                <a16:creationId xmlns:a16="http://schemas.microsoft.com/office/drawing/2014/main" id="{2D51D953-B3D2-45E5-0652-FD48F5F3C721}"/>
              </a:ext>
            </a:extLst>
          </p:cNvPr>
          <p:cNvSpPr>
            <a:spLocks noGrp="1" noChangeArrowheads="1"/>
          </p:cNvSpPr>
          <p:nvPr>
            <p:ph idx="1"/>
          </p:nvPr>
        </p:nvSpPr>
        <p:spPr bwMode="auto">
          <a:xfrm>
            <a:off x="5416983" y="1028348"/>
            <a:ext cx="657423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login required for all users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Personal information protected through safe storage practices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 and instructor data only visible to authorized users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Regular system maintenance to prevent problems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Backups in place to keep information from being lost</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lnSpcReduction="10000"/>
          </a:bodyPr>
          <a:lstStyle/>
          <a:p>
            <a:r>
              <a:rPr lang="en-US" sz="2400" dirty="0"/>
              <a:t>Requires a stable internet connection</a:t>
            </a:r>
          </a:p>
          <a:p>
            <a:endParaRPr lang="en-US" sz="2400" dirty="0"/>
          </a:p>
          <a:p>
            <a:r>
              <a:rPr lang="en-US" sz="2400" dirty="0"/>
              <a:t>Limited by the accuracy of instructor availability updates</a:t>
            </a:r>
          </a:p>
          <a:p>
            <a:endParaRPr lang="en-US" sz="2400" dirty="0"/>
          </a:p>
          <a:p>
            <a:r>
              <a:rPr lang="en-US" sz="2400" dirty="0"/>
              <a:t>Online tests may not perfectly match real DMV exam difficulty</a:t>
            </a:r>
          </a:p>
          <a:p>
            <a:endParaRPr lang="en-US" sz="2400" dirty="0"/>
          </a:p>
          <a:p>
            <a:r>
              <a:rPr lang="en-US" sz="2400" dirty="0"/>
              <a:t>System cannot prevent students from entering incorrect personal information</a:t>
            </a:r>
          </a:p>
          <a:p>
            <a:endParaRPr lang="en-US" sz="2400" dirty="0"/>
          </a:p>
          <a:p>
            <a:r>
              <a:rPr lang="en-US" sz="2400" dirty="0"/>
              <a:t>Some features depend on instructors updating their notes on time</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2859</TotalTime>
  <Words>1024</Words>
  <Application>Microsoft Office PowerPoint</Application>
  <PresentationFormat>Widescreen</PresentationFormat>
  <Paragraphs>60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Bryan Rodriguez Perez</cp:lastModifiedBy>
  <cp:revision>26</cp:revision>
  <dcterms:created xsi:type="dcterms:W3CDTF">2019-10-14T02:36:52Z</dcterms:created>
  <dcterms:modified xsi:type="dcterms:W3CDTF">2025-12-12T19:00:30Z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